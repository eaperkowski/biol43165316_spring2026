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56" r:id="rId4"/>
    <p:sldId id="262" r:id="rId5"/>
    <p:sldId id="257" r:id="rId6"/>
    <p:sldId id="258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0"/>
    <p:restoredTop sz="94694"/>
  </p:normalViewPr>
  <p:slideViewPr>
    <p:cSldViewPr snapToGrid="0" showGuides="1">
      <p:cViewPr varScale="1">
        <p:scale>
          <a:sx n="120" d="100"/>
          <a:sy n="120" d="100"/>
        </p:scale>
        <p:origin x="208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B67EB-8834-BE49-9108-F231A46EDBF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125D9-1998-B845-A190-23E986455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62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B125D9-1998-B845-A190-23E9864550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6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1CDF-924B-3C66-B095-0F46CF2AF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EC847-AE44-370E-635A-15839FC98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42BA-BB08-1868-7293-7B8EDBB8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64CA-A4AD-EC1D-F54B-A7C90667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46CF-70AA-0BFE-AAD8-53EDD170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3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4B42-66B2-4D76-F23D-A523C480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555C-5AE4-24C1-3AC9-35524881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43CD-B90C-1939-9A38-EB2CDA39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A8A9-061B-7073-4B11-C3022772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14C5B-1B05-AA7F-01B4-7ED3DB03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6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A7B6-0DF1-EB99-8E7B-00CAF935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9B4A4-AB47-B97B-5E6C-77BA848E4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7C9A3-D360-764C-23FC-ED08C82C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DF2B-D1E7-645F-93F8-1714A70D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81F3-D31A-27E4-CD5C-BA085F9E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6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2257-2CAF-D365-ACE3-21EDAB32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8D53-7939-9BEE-3913-756DB24CF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C3DCE-28BF-ED38-84EC-D392957CB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39F22-9E08-D3DF-A6A5-ACA54E00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41F64-22EC-7FD0-A2DC-A5B6D1EB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445C8-0FD4-502F-38D4-095454B2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0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FBC1-A288-A63E-5B62-010B30B6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59B6A-9972-5691-CA28-B49AC92E3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32476-26FB-AAD0-6E50-B1D463C28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7203B-F299-FEA3-39D7-69C32D7DF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90FC4-A446-7592-D54F-0E45BC73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AA8F1-AA4B-7919-6120-3407175B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B2053-4B31-A541-D232-5D87B36A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4A07A-67E2-998B-9239-C8ED8DD9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3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3EA1-6E87-0D53-33D9-1FC3A0C4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579E2-1438-3FD9-664D-64B1176D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0E30B-732A-FCAE-A1C0-457A12423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9FAFF-5E59-E02B-1FA7-7828CEB7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6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2E610-516C-3630-8C5D-BAC276BB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7E68A-BB79-DC98-0173-C0CD8D31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59D6-CD72-35A8-6090-8665061E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0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3A13-6536-D2AC-4C25-C31E0561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D2AF-3F48-2685-DAEC-463B3E08D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E26B7-94AE-501C-DA54-9FE1ECDFD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A89C0-CDE6-C2C1-CD45-D471EC87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9CBAB-4065-6B8C-6414-9C30A322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6673C-6672-23C9-F853-34E6ED25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0405-E42D-8FAA-C74C-2FCEE9F9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526A6-9281-D293-8460-B28675365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0FA1D-5B50-14CC-2905-DA9CA72D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E3194-8A4D-32BD-0491-9B96323B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8125-598C-49C9-FF17-2533FDFF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8D70C-A3E8-613F-5FB0-300726FC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F8FC-4727-BB72-2406-83B06C37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69082-7D29-9DB0-26BD-3358F7D28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BBA2-87E2-F829-363B-8851062C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71DC-B2D0-4023-65FB-79201871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829D5-2D49-58A0-32B3-04333512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4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0F6B1-B798-DE0B-BA2E-3BAE3D61C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F6CD-75B7-61E6-EF4C-42B25EA3B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4B901-BD89-C4DB-8CB1-33393C59E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5684E-BCD9-A9A6-25FF-052F1C07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1A8F0-BF49-C800-48FA-478677CC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7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934B9-3A20-2E37-F27F-22B36CBF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CE144-08E4-25A5-CF87-BD6C4F6EA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10420-EA70-D400-8740-1B35CABE8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AB872-541C-B345-A08E-D25D9A3860A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F34C4-3F95-9D81-9573-B2CC647BC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D6110-18E2-591B-3EFA-8236E486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154EA-3D17-8445-9A0F-8502A4A1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8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BBAE-3A4E-B4EE-893F-4BC1070C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schedule graduate student discussion leads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DAFC-A114-18FC-2D75-95D644980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7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468692-601B-736D-C2C7-18A0B2D7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weeks and their topics (pick 2!)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C251CD-CA73-2F19-7FEC-21229011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67379"/>
              </p:ext>
            </p:extLst>
          </p:nvPr>
        </p:nvGraphicFramePr>
        <p:xfrm>
          <a:off x="2199167" y="1580515"/>
          <a:ext cx="8127999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635022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88055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752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407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February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and energy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21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February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Carbon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February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Ecosystem carbon budgets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00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March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Plant nutrient use and nutrient 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34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March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Species and trophic 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42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March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Temporal 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70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March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Landscape heterogeneity and ecosystem 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4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April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Changes in the Earth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0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April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Managing and sustaining ecosystems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1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47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64E8-0D74-484A-ADC1-42B62F9A9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Feedbacks of Terrestrial</a:t>
            </a:r>
            <a:br>
              <a:rPr lang="en-US" dirty="0"/>
            </a:br>
            <a:r>
              <a:rPr lang="en-US" dirty="0"/>
              <a:t>Ecosystems to Climate</a:t>
            </a:r>
            <a:br>
              <a:rPr lang="en-US" dirty="0"/>
            </a:br>
            <a:r>
              <a:rPr lang="en-US" dirty="0"/>
              <a:t>Change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DA354-DC06-BB00-C266-1CF9924131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Field CB, Lobell DB, Peters HA, Chiariello NR. 2007. Feedbacks of Terrestrial Ecosystems to Climate Change. </a:t>
            </a:r>
            <a:r>
              <a:rPr lang="en-US" i="1" dirty="0"/>
              <a:t>Annual Review Environment and Resources</a:t>
            </a:r>
            <a:r>
              <a:rPr lang="en-US" dirty="0"/>
              <a:t> 32:1-29.</a:t>
            </a:r>
          </a:p>
        </p:txBody>
      </p:sp>
    </p:spTree>
    <p:extLst>
      <p:ext uri="{BB962C8B-B14F-4D97-AF65-F5344CB8AC3E}">
        <p14:creationId xmlns:p14="http://schemas.microsoft.com/office/powerpoint/2010/main" val="407369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20F4-EF96-3955-5C80-0DCD6D5F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Feedbacks are often visualized using systems diagrams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CFEEFE-D93A-F76F-F2DB-95363D47B114}"/>
              </a:ext>
            </a:extLst>
          </p:cNvPr>
          <p:cNvSpPr/>
          <p:nvPr/>
        </p:nvSpPr>
        <p:spPr>
          <a:xfrm>
            <a:off x="2144675" y="2009553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598F8-4DD2-C9F4-FEF4-5341529F3E95}"/>
              </a:ext>
            </a:extLst>
          </p:cNvPr>
          <p:cNvSpPr/>
          <p:nvPr/>
        </p:nvSpPr>
        <p:spPr>
          <a:xfrm>
            <a:off x="5217927" y="2009554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ABA0F8-4E30-F683-C5F6-6F1DB141FED5}"/>
              </a:ext>
            </a:extLst>
          </p:cNvPr>
          <p:cNvSpPr/>
          <p:nvPr/>
        </p:nvSpPr>
        <p:spPr>
          <a:xfrm>
            <a:off x="8291179" y="2009552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52B77E-34D9-9304-947B-729F35EA6936}"/>
              </a:ext>
            </a:extLst>
          </p:cNvPr>
          <p:cNvCxnSpPr/>
          <p:nvPr/>
        </p:nvCxnSpPr>
        <p:spPr>
          <a:xfrm>
            <a:off x="4114800" y="2530549"/>
            <a:ext cx="83997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8D0469-8D9F-4858-9E7F-DC744C279BFB}"/>
              </a:ext>
            </a:extLst>
          </p:cNvPr>
          <p:cNvCxnSpPr/>
          <p:nvPr/>
        </p:nvCxnSpPr>
        <p:spPr>
          <a:xfrm>
            <a:off x="7233684" y="2534093"/>
            <a:ext cx="83997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38E5C27-8A9B-E9D9-4CEA-F888C234F4CB}"/>
              </a:ext>
            </a:extLst>
          </p:cNvPr>
          <p:cNvSpPr/>
          <p:nvPr/>
        </p:nvSpPr>
        <p:spPr>
          <a:xfrm>
            <a:off x="2123412" y="3533662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BF4E95-9FD8-F9C1-E933-D33616CA60DE}"/>
              </a:ext>
            </a:extLst>
          </p:cNvPr>
          <p:cNvSpPr/>
          <p:nvPr/>
        </p:nvSpPr>
        <p:spPr>
          <a:xfrm>
            <a:off x="5196664" y="3533663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03C5F-13DD-38D7-268C-0F3BA0FDF2BF}"/>
              </a:ext>
            </a:extLst>
          </p:cNvPr>
          <p:cNvSpPr/>
          <p:nvPr/>
        </p:nvSpPr>
        <p:spPr>
          <a:xfrm>
            <a:off x="8269916" y="3533661"/>
            <a:ext cx="1777409" cy="1169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Output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82827C-B423-9E91-D474-5B9159D82D3E}"/>
              </a:ext>
            </a:extLst>
          </p:cNvPr>
          <p:cNvCxnSpPr/>
          <p:nvPr/>
        </p:nvCxnSpPr>
        <p:spPr>
          <a:xfrm>
            <a:off x="4093537" y="4054658"/>
            <a:ext cx="839972" cy="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510D1F-0366-11DA-C2AC-9C2A7AC29ABE}"/>
              </a:ext>
            </a:extLst>
          </p:cNvPr>
          <p:cNvCxnSpPr/>
          <p:nvPr/>
        </p:nvCxnSpPr>
        <p:spPr>
          <a:xfrm>
            <a:off x="7212421" y="4058202"/>
            <a:ext cx="8399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698ECD-6653-7962-1A62-9D5BE22238BF}"/>
              </a:ext>
            </a:extLst>
          </p:cNvPr>
          <p:cNvSpPr txBox="1"/>
          <p:nvPr/>
        </p:nvSpPr>
        <p:spPr>
          <a:xfrm>
            <a:off x="4274288" y="353366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F7B25-ABF9-484D-E149-F1DC7B669713}"/>
              </a:ext>
            </a:extLst>
          </p:cNvPr>
          <p:cNvSpPr txBox="1"/>
          <p:nvPr/>
        </p:nvSpPr>
        <p:spPr>
          <a:xfrm>
            <a:off x="7347097" y="3512396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4244A0-4D38-44C3-138D-9BB6CFFF5DD4}"/>
              </a:ext>
            </a:extLst>
          </p:cNvPr>
          <p:cNvSpPr txBox="1"/>
          <p:nvPr/>
        </p:nvSpPr>
        <p:spPr>
          <a:xfrm>
            <a:off x="2597103" y="5592726"/>
            <a:ext cx="6761402" cy="1015663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000" dirty="0"/>
              <a:t>Indirect effects of input on output is the </a:t>
            </a:r>
          </a:p>
          <a:p>
            <a:pPr algn="ctr"/>
            <a:r>
              <a:rPr lang="en-US" sz="3000" b="1" dirty="0"/>
              <a:t>product</a:t>
            </a:r>
            <a:r>
              <a:rPr lang="en-US" sz="3000" dirty="0"/>
              <a:t> of the signs of each step</a:t>
            </a:r>
          </a:p>
        </p:txBody>
      </p:sp>
    </p:spTree>
    <p:extLst>
      <p:ext uri="{BB962C8B-B14F-4D97-AF65-F5344CB8AC3E}">
        <p14:creationId xmlns:p14="http://schemas.microsoft.com/office/powerpoint/2010/main" val="275248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42342B-2D01-BC95-9E6E-35F23C25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61" y="1913568"/>
            <a:ext cx="9478678" cy="43779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4272F8F-FA7D-6241-F9DE-012FCEC8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Responses of terrestrial ecosystem feedbacks to climate occur through two mechanisms</a:t>
            </a:r>
          </a:p>
        </p:txBody>
      </p:sp>
    </p:spTree>
    <p:extLst>
      <p:ext uri="{BB962C8B-B14F-4D97-AF65-F5344CB8AC3E}">
        <p14:creationId xmlns:p14="http://schemas.microsoft.com/office/powerpoint/2010/main" val="301721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B3A0-04D7-8FA8-1580-0D14C20D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our hand at system’s diagrams!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DF32-9B6A-523A-9889-F41542C8A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an ecosystem.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systems diagram that explains the direct and indirect effects of warming on different ecosystem processes, with indirect effects on ecosystem services of your choosing</a:t>
            </a:r>
          </a:p>
        </p:txBody>
      </p:sp>
    </p:spTree>
    <p:extLst>
      <p:ext uri="{BB962C8B-B14F-4D97-AF65-F5344CB8AC3E}">
        <p14:creationId xmlns:p14="http://schemas.microsoft.com/office/powerpoint/2010/main" val="261031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4E53-4235-7C9C-7DEE-D699218D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F236-B0A7-8409-4350-530BE265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our hand at system’s diagrams!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8063-5CA6-F0A2-3A13-74560329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an ecosystem.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systems diagram that explains the direct and indirect effects of warming on different ecosystem processes, with indirect effects on ecosystem services of your choosing</a:t>
            </a:r>
          </a:p>
          <a:p>
            <a:endParaRPr lang="en-US" dirty="0"/>
          </a:p>
          <a:p>
            <a:r>
              <a:rPr lang="en-US" dirty="0"/>
              <a:t>Now, add precipitation frequency as an input. Add any additional direct/indirect paths</a:t>
            </a:r>
          </a:p>
        </p:txBody>
      </p:sp>
    </p:spTree>
    <p:extLst>
      <p:ext uri="{BB962C8B-B14F-4D97-AF65-F5344CB8AC3E}">
        <p14:creationId xmlns:p14="http://schemas.microsoft.com/office/powerpoint/2010/main" val="245874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02F3-D3EE-9E9A-93D9-E5654A0E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2AB66-830F-021D-124A-00BB497EF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Undergraduate students</a:t>
            </a:r>
            <a:r>
              <a:rPr lang="en-US" dirty="0"/>
              <a:t>: please write whether you prefer to work individually or as a group for the literature review</a:t>
            </a:r>
          </a:p>
          <a:p>
            <a:endParaRPr lang="en-US" dirty="0"/>
          </a:p>
          <a:p>
            <a:pPr lvl="1"/>
            <a:r>
              <a:rPr lang="en-US" dirty="0"/>
              <a:t>If working as a group, please define who you are going to be working with</a:t>
            </a:r>
          </a:p>
          <a:p>
            <a:pPr lvl="1"/>
            <a:endParaRPr lang="en-US" dirty="0"/>
          </a:p>
          <a:p>
            <a:r>
              <a:rPr lang="en-US" b="1" dirty="0"/>
              <a:t>Graduate students</a:t>
            </a:r>
            <a:r>
              <a:rPr lang="en-US" dirty="0"/>
              <a:t>: please write which weeks you will be leading a paper discussion</a:t>
            </a:r>
          </a:p>
        </p:txBody>
      </p:sp>
    </p:spTree>
    <p:extLst>
      <p:ext uri="{BB962C8B-B14F-4D97-AF65-F5344CB8AC3E}">
        <p14:creationId xmlns:p14="http://schemas.microsoft.com/office/powerpoint/2010/main" val="51951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297</Words>
  <Application>Microsoft Macintosh PowerPoint</Application>
  <PresentationFormat>Widescreen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Let’s schedule graduate student discussion leads</vt:lpstr>
      <vt:lpstr>Remaining weeks and their topics (pick 2!)</vt:lpstr>
      <vt:lpstr>Feedbacks of Terrestrial Ecosystems to Climate Change</vt:lpstr>
      <vt:lpstr>Feedbacks are often visualized using systems diagrams</vt:lpstr>
      <vt:lpstr>Responses of terrestrial ecosystem feedbacks to climate occur through two mechanisms</vt:lpstr>
      <vt:lpstr>Let’s try our hand at system’s diagrams!</vt:lpstr>
      <vt:lpstr>Let’s try our hand at system’s diagrams!</vt:lpstr>
      <vt:lpstr>Turn in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Perkowski, Evan A</dc:creator>
  <cp:lastModifiedBy>Perkowski, Evan A</cp:lastModifiedBy>
  <cp:revision>3</cp:revision>
  <dcterms:created xsi:type="dcterms:W3CDTF">2026-02-04T15:52:16Z</dcterms:created>
  <dcterms:modified xsi:type="dcterms:W3CDTF">2026-02-04T16:48:38Z</dcterms:modified>
</cp:coreProperties>
</file>